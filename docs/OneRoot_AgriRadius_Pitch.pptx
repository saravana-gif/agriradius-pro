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8540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031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OneRoot AgriRadius Pro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farm before you visit it.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intelligence for farm-to-business sourcing  |  land, crops, soil, water, weather and prices for any point in India - in minutes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OneRoot (ENP Farms Private Limited)  |  v0.9  |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decisions are made half-blind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FF5E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1442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901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8800" y="23774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villages actually grow turmeric, coconut or banana - and how much - is guesswork until someone drives there.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64592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FF5EC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196596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28" y="21442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1901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costly surveys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589520" y="23774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recce of one new belt takes days of travel. Scaling to new districts multiplies the cost.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FF5EC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34340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45217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4279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828800" y="47548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profit from knowing local supply before buyers do. Farmers and buyers both lose.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0" y="40233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FF5EC"/>
          </a:solidFill>
          <a:ln/>
        </p:spPr>
      </p:sp>
      <p:sp>
        <p:nvSpPr>
          <p:cNvPr id="19" name="Shape 14"/>
          <p:cNvSpPr/>
          <p:nvPr/>
        </p:nvSpPr>
        <p:spPr>
          <a:xfrm>
            <a:off x="6675120" y="434340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428" y="45217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520" y="4279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surprises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589520" y="47548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Droughts, crop failures and price swings are discovered after they hit the market - too late to plan around.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point. Get the full picture.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AgriRadius Pro turns any location + radius into a complete area dossier: farmland acreage, what grows there and when, soil health, rainfall dependability, the weather ahead, today's mandi prices and a ranked list of the best villages - on desktop and mobile.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 sec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93192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layers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5715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tabs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931920" y="5715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per query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137160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1E3A1F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answers: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09560" y="2148840"/>
            <a:ext cx="3429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farmland?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grows there?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crop cycles a year?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rain dependable?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soil?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the next dry window?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today's prices?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villages first?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the best open technology available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19833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105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&amp; Sentinel-1 (ESA)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optical imagery every 5 days + radar that sees flooded paddy through monsoon clouds.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9" name="Shape 6"/>
          <p:cNvSpPr/>
          <p:nvPr/>
        </p:nvSpPr>
        <p:spPr>
          <a:xfrm>
            <a:off x="4709160" y="18288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694" y="19833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8105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Dynamic World AI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09160" y="2560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land cover, upgraded with probability compositing, seasonal crop boosting and terrain filters.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14" name="Shape 10"/>
          <p:cNvSpPr/>
          <p:nvPr/>
        </p:nvSpPr>
        <p:spPr>
          <a:xfrm>
            <a:off x="8503920" y="18288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454" y="198333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35440" y="18105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503920" y="2560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Planetary-scale cloud computing - petabytes of imagery analysed without owning a single server.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19" name="Shape 14"/>
          <p:cNvSpPr/>
          <p:nvPr/>
        </p:nvSpPr>
        <p:spPr>
          <a:xfrm>
            <a:off x="914400" y="42062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34" y="43607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41879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SoilGrids (ISRIC)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1440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Machine-learned global soil maps: pH, organic carbon, nitrogen, texture from 240,000+ lab samples.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3484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24" name="Shape 18"/>
          <p:cNvSpPr/>
          <p:nvPr/>
        </p:nvSpPr>
        <p:spPr>
          <a:xfrm>
            <a:off x="4709160" y="42062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3694" y="43607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41879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 + ERA5-Land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0916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years of rainfall and soil temperature/moisture reanalysis for climate dependability.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22960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29" name="Shape 22"/>
          <p:cNvSpPr/>
          <p:nvPr/>
        </p:nvSpPr>
        <p:spPr>
          <a:xfrm>
            <a:off x="8503920" y="42062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8454" y="436077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235440" y="41879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live API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50392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wholesale prices from APMC mandis across India via data.gov.in.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is free and open. The advantage is not the data - it is the calibration loop only OneRoot can run.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can we trust it?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8F2E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crop growth - direct physics, not a model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history - 40 years of measurements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radar signature - proven worldwide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prices - reported, not estimated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 - 16-day meteorology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46304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BF3DC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- use ranges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219456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classes (75-85% published accuracy)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 vs forest separation - heuristic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Cropping pattern classes - thresholds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maps - modeled at 250m, belt-level only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built in: two independent datasets cross-checked, 3-year stability test, terrain filters, honest min-max ranges.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1E3A1F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the field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21945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can be scored against what our team actually sees. The app keeps a live accuracy percentage and flags when recalibration is needed.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039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3434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 the direction and the ranges. Verify the edges on the ground.”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flywheel: it gets smarter every week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2103120"/>
            <a:ext cx="2103120" cy="2651760"/>
          </a:xfrm>
          <a:prstGeom prst="roundRect">
            <a:avLst>
              <a:gd name="adj" fmla="val 5217"/>
            </a:avLst>
          </a:prstGeom>
          <a:solidFill>
            <a:srgbClr val="EFF5EC"/>
          </a:solidFill>
          <a:ln/>
        </p:spPr>
      </p:sp>
      <p:sp>
        <p:nvSpPr>
          <p:cNvPr id="4" name="Shape 2"/>
          <p:cNvSpPr/>
          <p:nvPr/>
        </p:nvSpPr>
        <p:spPr>
          <a:xfrm>
            <a:off x="1216152" y="23774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5557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analysis classifies every village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87752" y="31089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43784" y="2103120"/>
            <a:ext cx="2103120" cy="2651760"/>
          </a:xfrm>
          <a:prstGeom prst="roundRect">
            <a:avLst>
              <a:gd name="adj" fmla="val 5217"/>
            </a:avLst>
          </a:prstGeom>
          <a:solidFill>
            <a:srgbClr val="EFF5EC"/>
          </a:solidFill>
          <a:ln/>
        </p:spPr>
      </p:sp>
      <p:sp>
        <p:nvSpPr>
          <p:cNvPr id="10" name="Shape 7"/>
          <p:cNvSpPr/>
          <p:nvPr/>
        </p:nvSpPr>
        <p:spPr>
          <a:xfrm>
            <a:off x="3557016" y="23774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5557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43784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980944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 logs reality in 30 seconds on mobile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28616" y="31089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184648" y="2103120"/>
            <a:ext cx="2103120" cy="2651760"/>
          </a:xfrm>
          <a:prstGeom prst="roundRect">
            <a:avLst>
              <a:gd name="adj" fmla="val 5217"/>
            </a:avLst>
          </a:prstGeom>
          <a:solidFill>
            <a:srgbClr val="EFF5EC"/>
          </a:solidFill>
          <a:ln/>
        </p:spPr>
      </p:sp>
      <p:sp>
        <p:nvSpPr>
          <p:cNvPr id="16" name="Shape 12"/>
          <p:cNvSpPr/>
          <p:nvPr/>
        </p:nvSpPr>
        <p:spPr>
          <a:xfrm>
            <a:off x="5897880" y="23774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188" y="25557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4648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321808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measures its own accuracy per belt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269480" y="31089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7525512" y="2103120"/>
            <a:ext cx="2103120" cy="2651760"/>
          </a:xfrm>
          <a:prstGeom prst="roundRect">
            <a:avLst>
              <a:gd name="adj" fmla="val 5217"/>
            </a:avLst>
          </a:prstGeom>
          <a:solidFill>
            <a:srgbClr val="EFF5EC"/>
          </a:solidFill>
          <a:ln/>
        </p:spPr>
      </p:sp>
      <p:sp>
        <p:nvSpPr>
          <p:cNvPr id="22" name="Shape 17"/>
          <p:cNvSpPr/>
          <p:nvPr/>
        </p:nvSpPr>
        <p:spPr>
          <a:xfrm>
            <a:off x="8238744" y="23774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052" y="255574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25512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662672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tuned to our region's truth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610344" y="31089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9866376" y="2103120"/>
            <a:ext cx="2103120" cy="2651760"/>
          </a:xfrm>
          <a:prstGeom prst="roundRect">
            <a:avLst>
              <a:gd name="adj" fmla="val 5217"/>
            </a:avLst>
          </a:prstGeom>
          <a:solidFill>
            <a:srgbClr val="1E3A1F"/>
          </a:solidFill>
          <a:ln/>
        </p:spPr>
      </p:sp>
      <p:sp>
        <p:nvSpPr>
          <p:cNvPr id="28" name="Shape 22"/>
          <p:cNvSpPr/>
          <p:nvPr/>
        </p:nvSpPr>
        <p:spPr>
          <a:xfrm>
            <a:off x="10579608" y="2377440"/>
            <a:ext cx="685800" cy="6858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7916" y="255574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866376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10003536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labeled dataset nobody can buy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Health Cards and borewell water levels collected the same way - building measured NPK and groundwater maps of our sourcing belts, data that does not exist anywhere else.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serves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69895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4904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OneRoot procurement (today)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35040" y="149047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belt selection, harvest timing, price decisions for turmeric, coconut, banana, maize, chilli and more.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" y="293339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7249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planning (today)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035040" y="272491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new district in an afternoon instead of a week of field recce - then verify only the shortlist.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39776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416783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39593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FPOs &amp; exporters (near term)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035040" y="395935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collectives and buyers who need credible area intelligence without a GIS team.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31520" y="52120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" y="5402275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37360" y="51937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Agri-finance &amp; insurance (future)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035040" y="519379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Village-level cropping reliability and climate risk - inputs lenders and insurers currently lack.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it supports, day to 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19833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47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Sourcing Score ranks every village 0-100 on land, crops, soil, rain and field verification.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3484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9" name="Shape 6"/>
          <p:cNvSpPr/>
          <p:nvPr/>
        </p:nvSpPr>
        <p:spPr>
          <a:xfrm>
            <a:off x="4709160" y="18288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694" y="19833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847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engage farmers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70916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Crop-cycle peaks show when each belt's harvest is coming - start conversations weeks ahead.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14" name="Shape 10"/>
          <p:cNvSpPr/>
          <p:nvPr/>
        </p:nvSpPr>
        <p:spPr>
          <a:xfrm>
            <a:off x="8503920" y="18288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454" y="198333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35440" y="1847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move produce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50392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16-day forecast finds the dry windows for harvest, drying and transport.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19" name="Shape 14"/>
          <p:cNvSpPr/>
          <p:nvPr/>
        </p:nvSpPr>
        <p:spPr>
          <a:xfrm>
            <a:off x="914400" y="42062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34" y="43607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4224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sell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4400" y="48920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mandi comparison shows today's best market for each commodity.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43484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24" name="Shape 18"/>
          <p:cNvSpPr/>
          <p:nvPr/>
        </p:nvSpPr>
        <p:spPr>
          <a:xfrm>
            <a:off x="4709160" y="42062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3694" y="43607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4224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709160" y="48920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reliability and stability checks flag belts where supply is fragile.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22960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FF5EC"/>
          </a:solidFill>
          <a:ln/>
        </p:spPr>
      </p:sp>
      <p:sp>
        <p:nvSpPr>
          <p:cNvPr id="29" name="Shape 22"/>
          <p:cNvSpPr/>
          <p:nvPr/>
        </p:nvSpPr>
        <p:spPr>
          <a:xfrm>
            <a:off x="8503920" y="42062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8454" y="436077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235440" y="4224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503920" y="48920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layers show exactly where the data is certain and where to send the team.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FF5E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(v0.9)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in acres + confidence ranges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cycles, paddy, plantations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rainfall, forecast, mandi prices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insights, sourcing score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loop on mobile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55448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FF5EC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8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months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09160" y="237744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Crop-stress early warning (NDVI vs 3-yr normal)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Harvest-timing tracker per village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- fixed URL, no PC needed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WhatsApp-ready summaries and alerts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55448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FF5E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6-18 months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03920" y="237744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crop classifier trained on our ground truth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NPK + groundwater maps from cards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states and commodities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forecasts weeks ahead of the market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tool to an advantage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AgriRadius Pro answers questions. As the verified dataset grows, it starts answering them before anyone asks: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FF5E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5895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supply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86207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each belt's harvest volume and timing weeks before the market - buy better, commit earlier.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21488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FF5EC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423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25895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Crop-level maps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43800" y="286207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Turmeric vs sugarcane vs banana separation, trained on our own field labels.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FF5E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4348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46012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intelligence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87375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and soil-nutrient maps of sourcing belts, built from thousands of field entries.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0" y="41605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E3A1F"/>
          </a:solidFill>
          <a:ln/>
        </p:spPr>
      </p:sp>
      <p:sp>
        <p:nvSpPr>
          <p:cNvPr id="20" name="Shape 15"/>
          <p:cNvSpPr/>
          <p:nvPr/>
        </p:nvSpPr>
        <p:spPr>
          <a:xfrm>
            <a:off x="6675120" y="443484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541" y="46012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asset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43800" y="487375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Village-level agricultural intelligence for southern India - valuable to partners, lenders and buyers.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9454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farm before you visit it.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91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satellites. Open AI models. Live market data. One field team.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into decisions nobody else can make this fast.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4572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honest confidence levels and verified against ground reality - because a tool you can trust half-way is a tool you can improve forever.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OneRoot (ENP Farms Private Limited)  |  oneroot.farm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2026-07-20T11:54:47Z</dcterms:created>
  <dcterms:modified xsi:type="dcterms:W3CDTF">2026-07-20T11:54:47Z</dcterms:modified>
</cp:coreProperties>
</file>